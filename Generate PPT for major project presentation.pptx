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4946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2660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3718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1136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2025-12-03T05:51:57+00:00</dcterms:modified>
</cp:coreProperties>
</file>